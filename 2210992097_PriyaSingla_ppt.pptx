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69" r:id="rId7"/>
    <p:sldId id="270" r:id="rId8"/>
    <p:sldId id="271" r:id="rId9"/>
    <p:sldId id="276" r:id="rId10"/>
    <p:sldId id="272" r:id="rId11"/>
    <p:sldId id="273" r:id="rId12"/>
    <p:sldId id="274" r:id="rId13"/>
    <p:sldId id="275" r:id="rId14"/>
    <p:sldId id="268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F9C4F5-F0B4-4D7C-9395-E952F49F082E}">
          <p14:sldIdLst>
            <p14:sldId id="256"/>
            <p14:sldId id="257"/>
            <p14:sldId id="269"/>
            <p14:sldId id="270"/>
            <p14:sldId id="271"/>
          </p14:sldIdLst>
        </p14:section>
        <p14:section name="Untitled Section" id="{868D5D3B-1C22-4330-B835-0607944EECBE}">
          <p14:sldIdLst>
            <p14:sldId id="276"/>
            <p14:sldId id="272"/>
            <p14:sldId id="273"/>
            <p14:sldId id="274"/>
            <p14:sldId id="275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0842" autoAdjust="0"/>
    <p:restoredTop sz="94660"/>
  </p:normalViewPr>
  <p:slideViewPr>
    <p:cSldViewPr snapToGrid="0">
      <p:cViewPr varScale="1">
        <p:scale>
          <a:sx n="65" d="100"/>
          <a:sy n="65" d="100"/>
        </p:scale>
        <p:origin x="180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341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84530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AI in Customer Service: Efficiency and Satisfaction</a:t>
            </a:r>
            <a:endParaRPr lang="en-US" sz="32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6"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Priya Singla (2210992097)</a:t>
            </a:r>
          </a:p>
          <a:p>
            <a:pPr lvl="6"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Priyank Mahajan (2210992099)</a:t>
            </a:r>
          </a:p>
          <a:p>
            <a:pPr lvl="6"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Priyanshi (2210992101)</a:t>
            </a:r>
          </a:p>
          <a:p>
            <a:pPr lvl="6"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Rudra Narayan Biswal (2210992191)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,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Associate Professor,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&amp; Engineering, Chitkara University, Rajpura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and Overview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0" y="837720"/>
            <a:ext cx="9144000" cy="58569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Today’s AI-powered customer service systems are reshaping how businesses interact with their customers.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high volumes cost-effectively with faster response and greater personalization.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features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cross-lingual capability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automatically translate user messages and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reduces operational costs and error rates.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approach: AI automation combined with deliberate human intervention.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routes complex queries to humans with seamless context transfer.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Measured by response time, First Contact Resolution (FCR), and CSAT scores.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alone is insufficient — the combination of efficiency and human judgment creates sustainable customer relationships.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0" y="0"/>
            <a:ext cx="64767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0" y="837720"/>
            <a:ext cx="9144000" cy="588965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technologies have evolved from experimental tools to core business operations in customer service.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 advanced algorithms and natural language processing, these systems handle everything from routine enquiries to real-time multilingual support fundamentally changing what modern customer service looks like. 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examines efficiency gains: automation, cost reduction, and faster resolution.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evaluates user-experience impact: personalization and customer satisfaction.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Critically assesses strengths and weaknesses to build effective hybrid systems.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where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excels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where it falls short is the foundation for building systems that genuinely work.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question: Where does AI excel, and where must humans intervene?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0" y="0"/>
            <a:ext cx="64767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0" y="837720"/>
            <a:ext cx="9144000" cy="586473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Boosts Efficiency: Chatbots process large inquiry volumes without human intervention — faster and cheaper.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technology provides 24/7 assistance, eliminating queue wait times entirely.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Satisfaction Is Complex: AI excels at immediate responses and recommendations.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customers prefer humans for emotionally complex or ambiguous situations.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Systems Win: Blending AI automation with human assistance outperforms either approach alone.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is clear that these systems outperform purely automated or purely human approaches on both efficiency and satisfaction metrics. 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in AI decision-making is a significant ongoing concern.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0" y="0"/>
            <a:ext cx="64767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System Architecture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0" y="837720"/>
            <a:ext cx="9144000" cy="592230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architecture: </a:t>
            </a:r>
          </a:p>
          <a:p>
            <a:pPr marL="596900" lvl="0" indent="-457200">
              <a:lnSpc>
                <a:spcPct val="150000"/>
              </a:lnSpc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Level (Chat &amp; Voice).</a:t>
            </a:r>
          </a:p>
          <a:p>
            <a:pPr marL="596900" lvl="0" indent="-457200">
              <a:lnSpc>
                <a:spcPct val="150000"/>
              </a:lnSpc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Processing Level (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ntent recognition, query classification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96900" lvl="0" indent="-457200">
              <a:lnSpc>
                <a:spcPct val="150000"/>
              </a:lnSpc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Support Level.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User submits request via chat or voice interface.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AI applies Natural Language Processing (NLP) to understand user intent.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Query is classified as simple or complex by intent/sentiment analysis.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Simple queries receive AI auto-response immediately.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Complex queries are escalated to human agents with full conversation context.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6: Human agent provides personalized, empathetic answer to the customer.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>
            <a:extLst>
              <a:ext uri="{FF2B5EF4-FFF2-40B4-BE49-F238E27FC236}">
                <a16:creationId xmlns:a16="http://schemas.microsoft.com/office/drawing/2014/main" id="{774D4BFD-91CA-AD31-0262-75B5E0A29290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5686" y="1796144"/>
            <a:ext cx="8828314" cy="46155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6F6F55-75F9-0DE9-3068-A1432002216B}"/>
              </a:ext>
            </a:extLst>
          </p:cNvPr>
          <p:cNvSpPr txBox="1"/>
          <p:nvPr/>
        </p:nvSpPr>
        <p:spPr>
          <a:xfrm>
            <a:off x="0" y="1140783"/>
            <a:ext cx="8967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1. Hybrid AI-Based Customer Support System Architecture and Workflow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3772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0" y="-10886"/>
            <a:ext cx="6531430" cy="837719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Impact on Operational Efficiency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0" y="848605"/>
            <a:ext cx="9144000" cy="584610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times decrease significantly with AI automation across all query types.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bots eliminate queue time for routine inquiries, improving customer wait experience.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Substantial financial savings achieved by automating repetitive and mundane tasks.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handles unexpected volume spikes without requiring crisis management protocols.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enhances human staff capabilities — it does not replace them; service quality improves.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report measurable ROI within months of hybrid system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1" y="0"/>
            <a:ext cx="6528619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Influence on User Satisfaction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-1" y="837720"/>
            <a:ext cx="9144001" cy="5836457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Excels At: Order tracking, password resets, and simple product queries with instant answers.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Struggles With: Emotionally complex issues, ambiguous statements, empathy, and regional accents.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Drop Point: Satisfaction plummets when customers hit an AI dead-end with no escalation path.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Systems Win: Combines the speed of AI with the empathy and judgment of human agents.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transfer ensures users do not have to repeat themselves during escalation.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satisfaction scores highest in hybrid deployments versus pure AI or pure human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0" y="0"/>
            <a:ext cx="64767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Analysis: AI vs Human vs Hybrid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0" y="837720"/>
            <a:ext cx="9144000" cy="586788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Time: AI is very fast; Human is moderate; Hybrid delivers fast resolution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Availability: AI and Hybrid offer 24/7 coverage; Human agents are limited by working hours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Efficiency: AI is high; Human is low; Hybrid achieves moderate-to-high efficiency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Queries: AI is limited; Human and Hybrid both handle complex issues strongly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Personalization: AI uses data-driven models; Humans use experience; Hybrid is highly effective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Empathy: AI is low; Human is high; Hybrid delivers a balanced empathetic experience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&amp; Future Scope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0" y="837720"/>
            <a:ext cx="9144000" cy="585531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Multimodal Support: Current tools focus on text/speech; video and AR channels unexplored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Personalization: Most systems rely on static rules; deep learning user models are underutilized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Nuanced Emotion Detection: Existing sentiment analysis misses subtle cues like polite frustration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Adaptive Learning: Most systems cannot learn from user input during an ongoing session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Explainability: Customers need to understand why AI makes decisions transparency builds trust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SME Scalability: Affordable hybrid AI solutions for small/medium enterprises remain scarce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35078</TotalTime>
  <Words>927</Words>
  <Application>Microsoft Office PowerPoint</Application>
  <PresentationFormat>On-screen Show (4:3)</PresentationFormat>
  <Paragraphs>82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priya singla</cp:lastModifiedBy>
  <cp:revision>2302</cp:revision>
  <dcterms:created xsi:type="dcterms:W3CDTF">2010-04-09T07:36:15Z</dcterms:created>
  <dcterms:modified xsi:type="dcterms:W3CDTF">2026-05-13T15:59:16Z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